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114B3B"/>
                </a:solidFill>
              </a:rPr>
              <a:t>Fresh Saver Platform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914400" y="256032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Revolutionizing Local Grocery Deals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363636"/>
                </a:solidFill>
              </a:rPr>
              <a:t>A modern web application bridging the gap between local vendors and smart shoppers.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4B3B"/>
                </a:solidFill>
              </a:rPr>
              <a:t>The Problem &amp; Solution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4B3B"/>
                </a:solidFill>
              </a:rPr>
              <a:t>The Problem: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Food Waste: Local vendors discard perfectly good near-expiry food.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Budget Constraints: Shoppers struggle with rising grocery costs.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4B3B"/>
                </a:solidFill>
              </a:rPr>
              <a:t>The Solution: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Fresh Saver: A platform where vendors list discounted items and shoppers grab great deals before they expire.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4B3B"/>
                </a:solidFill>
              </a:rPr>
              <a:t>Architecture Overview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4B3B"/>
                </a:solidFill>
              </a:rPr>
              <a:t>Decoupled Fullstack Framework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Frontend: Angular SPA for a highly responsive user experience.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Backend: Lightweight PHP API endpoints.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Database: MySQL schemas for users and deals with enforced foreign-key constraints.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4B3B"/>
                </a:solidFill>
              </a:rPr>
              <a:t>Key Features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4B3B"/>
                </a:solidFill>
              </a:rPr>
              <a:t>For Vendors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18288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Dashboard to manage inventory.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Create Deals with original and discounted prices.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Track Stock in real-time.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457200" y="32004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4B3B"/>
                </a:solidFill>
              </a:rPr>
              <a:t>For Shoppers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3657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Browse Deals through a rich, interactive feed.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Smart Filtering to find items by category.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4B3B"/>
                </a:solidFill>
              </a:rPr>
              <a:t>Tech Stack Breakdown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UI/UX: Angular (Component-driven, reactive)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Styling: Vanilla CSS (Custom aesthetics)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API: PHP (Fast, flat-file RESTful endpoints)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Data: MySQL (Relational data integrity)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14B3B"/>
                </a:solidFill>
              </a:rPr>
              <a:t>Looking Forward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6858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114B3B"/>
                </a:solidFill>
              </a:rPr>
              <a:t>Future Enhancements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8229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Geolocation: Map-based deal discovery.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Payments: In-app reservations and purchasing.</a:t>
            </a:r>
            <a:endParaRPr lang="en-US" sz="1800" dirty="0"/>
          </a:p>
          <a:p>
            <a:pPr marL="342900" indent="-342900">
              <a:buSzPct val="100000"/>
              <a:buChar char="•"/>
            </a:pPr>
            <a:r>
              <a:rPr lang="en-US" sz="1800" dirty="0">
                <a:solidFill>
                  <a:srgbClr val="363636"/>
                </a:solidFill>
              </a:rPr>
              <a:t>Notifications: Real-time alerts for watched categories.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2026-05-13T10:44:06Z</dcterms:created>
  <dcterms:modified xsi:type="dcterms:W3CDTF">2026-05-13T10:44:06Z</dcterms:modified>
</cp:coreProperties>
</file>